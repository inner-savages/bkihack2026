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Inner-Savages/BKIHack202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Anonimowa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Weryfikacja Wieku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udowodnić stronie internetowej, że masz 18+ lat,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ujawniania kim jesteś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434840"/>
            <a:ext cx="9144000" cy="713232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480560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BKI Hackathon 2026  |  Inner Savages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595360" y="914400"/>
            <a:ext cx="91440" cy="2560320"/>
          </a:xfrm>
          <a:prstGeom prst="rect">
            <a:avLst/>
          </a:prstGeom>
          <a:solidFill>
            <a:srgbClr val="C41E3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73152" cy="3474720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234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Obecne rozwiazania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1783080"/>
            <a:ext cx="3291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Podawanie danych osobowych stronom 18+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realnej weryfikacji (checkboxy)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Wymuszanie logowania przez e-PUAP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profilowania i inwigilacji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6576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1097280"/>
            <a:ext cx="73152" cy="34747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5257800" y="1234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Czego potrzebujemy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57800" y="17830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Weryfikacja wieku BEZ ujawniania tożsamości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możliwości śledzenia użytkownika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Prostota użycia (6-cyfrowy kod)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Odporność na zmowę podmiotów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Architektura trójstronna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Trzy podmioty, z których żaden nie wie wszystkiego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560320" cy="594360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17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Rząd 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mObywatel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jesteś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ile masz lat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WIE: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Jakiego kodu użyjesz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na jakiej stronie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41732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91840" y="1417320"/>
            <a:ext cx="2560320" cy="594360"/>
          </a:xfrm>
          <a:prstGeom prst="rect">
            <a:avLst/>
          </a:prstGeom>
          <a:solidFill>
            <a:srgbClr val="2968A8"/>
          </a:solidFill>
          <a:ln/>
        </p:spPr>
      </p:sp>
      <p:sp>
        <p:nvSpPr>
          <p:cNvPr id="15" name="Text 13"/>
          <p:cNvSpPr/>
          <p:nvPr/>
        </p:nvSpPr>
        <p:spPr>
          <a:xfrm>
            <a:off x="3291840" y="1417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Rząd 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91840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7472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Że ktoś anonimowy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18+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3200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WIE: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4720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jest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osoba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141732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0" y="1417320"/>
            <a:ext cx="2560320" cy="594360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1417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Strona 18+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26480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Odbiorca kodu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0936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Że wpisany kod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ważny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3200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WIE: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09360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jest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użytkownik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Jak to działa? 3 proste kroki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1097280"/>
          </a:xfrm>
          <a:prstGeom prst="rect">
            <a:avLst/>
          </a:prstGeom>
          <a:solidFill>
            <a:srgbClr val="243556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252728"/>
            <a:ext cx="685800" cy="685800"/>
          </a:xfrm>
          <a:prstGeom prst="ellipse">
            <a:avLst/>
          </a:prstGeom>
          <a:solidFill>
            <a:srgbClr val="C41E3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25272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20240" y="11430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Weryfikacja wieku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920240" y="15087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Otwierasz mObywatel. Twój telefon generuje losowy token i chowa go w kryptograficznej kopercie. Rząd A sprawdza Twój wiek i podpisuje kopertę — nie widząc co jest w środku.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7680960" cy="1097280"/>
          </a:xfrm>
          <a:prstGeom prst="rect">
            <a:avLst/>
          </a:prstGeom>
          <a:solidFill>
            <a:srgbClr val="243556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2532888"/>
            <a:ext cx="685800" cy="685800"/>
          </a:xfrm>
          <a:prstGeom prst="ellipse">
            <a:avLst/>
          </a:prstGeom>
          <a:solidFill>
            <a:srgbClr val="2968A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32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920240" y="24231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Pobranie kodu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920240" y="27889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Wysyłasz podpisany token (bez PESELu!) do Rządu B. NASK weryfikuje podpis, generuje jednorazowy 6-cyfrowy kod ważny 5 minut. Nie wie kim jesteś.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611880"/>
            <a:ext cx="7680960" cy="1097280"/>
          </a:xfrm>
          <a:prstGeom prst="rect">
            <a:avLst/>
          </a:prstGeom>
          <a:solidFill>
            <a:srgbClr val="243556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813048"/>
            <a:ext cx="685800" cy="6858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8130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920240" y="3703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Wejście na stronę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920240" y="40690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Wpisujesz kod na stronie 18+. Strona pyta Rząd B: ważny? Odpowiedź: TAK. Kod spalony. Strona nie zna Twojej tożsamości.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Analogia z koperta i kalka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91440" cy="3474720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325880"/>
            <a:ext cx="365760" cy="36576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Piszesz tajny numer na kartce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97280" y="1947672"/>
            <a:ext cx="365760" cy="36576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194767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Wkładasz kartkę do nieprzezroczystej koperty z kalką w środku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97280" y="2569464"/>
            <a:ext cx="365760" cy="36576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2569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2569464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Urzędnik (Rząd A) sprawdza Twój dowód, podpisuje kopertę — podpis przechodzi przez kalkę na kartkę, ale urzędnik nie widzi co jest w środku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97280" y="3191256"/>
            <a:ext cx="365760" cy="36576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191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3191256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Otwierasz kopertę — masz kartkę z Twoim numerem i podpisem urzędnika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97280" y="3813048"/>
            <a:ext cx="365760" cy="36576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3813048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96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Idziesz do drugiego okienka (Rząd B), pokazujesz kartkę. Drugie okienko widzi ważny podpis, wydaje kod — ale nie wie kto stał w pierwszym okienku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warstwy ochrony prywatnosci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Nawet jesli jedno zabezpieczenie zawiedzie, pozostale trzymaja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234440"/>
            <a:ext cx="73152" cy="7772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1389888"/>
            <a:ext cx="457200" cy="457200"/>
          </a:xfrm>
          <a:prstGeom prst="ellipse">
            <a:avLst/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389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13075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Separacja prawna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16184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Dwa resorty + ustawowy zakaz wymiany danych. Zmowa = przestepstwo.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766560" y="1463040"/>
            <a:ext cx="146304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14630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PRAWNA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214884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48840"/>
            <a:ext cx="73152" cy="777240"/>
          </a:xfrm>
          <a:prstGeom prst="rect">
            <a:avLst/>
          </a:prstGeom>
          <a:solidFill>
            <a:srgbClr val="2968A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5840" y="2304288"/>
            <a:ext cx="457200" cy="457200"/>
          </a:xfrm>
          <a:prstGeom prst="ellipse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96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22219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Slepe podpisy RSA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45920" y="25328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Zaslepiony token =/= odslepiony token. Matematycznie niepowiazalne.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2377440"/>
            <a:ext cx="1463040" cy="32004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2377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96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MATEMATYCZNA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31520" y="306324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3063240"/>
            <a:ext cx="73152" cy="777240"/>
          </a:xfrm>
          <a:prstGeom prst="rect">
            <a:avLst/>
          </a:prstGeom>
          <a:solidFill>
            <a:srgbClr val="2968A8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5840" y="3218688"/>
            <a:ext cx="457200" cy="457200"/>
          </a:xfrm>
          <a:prstGeom prst="ellipse">
            <a:avLst/>
          </a:prstGeom>
          <a:solidFill>
            <a:srgbClr val="FFF8E1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96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45920" y="31363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OPRF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645920" y="3447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Serwer przetwarza dane, ktorych nigdy nie widzial. Nawet logi sa bezuzyteczne.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66560" y="3291840"/>
            <a:ext cx="1463040" cy="32004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28" name="Text 26"/>
          <p:cNvSpPr/>
          <p:nvPr/>
        </p:nvSpPr>
        <p:spPr>
          <a:xfrm>
            <a:off x="676656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96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MATEMATYCZNA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" y="397764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31520" y="3977640"/>
            <a:ext cx="73152" cy="777240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5840" y="4133088"/>
            <a:ext cx="457200" cy="457200"/>
          </a:xfrm>
          <a:prstGeom prst="ellipse">
            <a:avLst/>
          </a:prstGeom>
          <a:solidFill>
            <a:srgbClr val="FCE4EC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645920" y="4050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Enklawy TEE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361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SGX / ARM TrustZone. Kod open-source. Nawet admin serwera nie widzi danych.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66560" y="4206240"/>
            <a:ext cx="1463040" cy="320040"/>
          </a:xfrm>
          <a:prstGeom prst="rect">
            <a:avLst/>
          </a:prstGeom>
          <a:solidFill>
            <a:srgbClr val="FCE4EC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0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SPRZETOWA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 jesli Rzad A i B zmowia sie?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1828800"/>
          </a:xfrm>
          <a:prstGeom prst="rect">
            <a:avLst/>
          </a:prstGeom>
          <a:solidFill>
            <a:srgbClr val="243556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Rzad A ma: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PESEL + zaslepiony token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(losowy szum)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657600" cy="1828800"/>
          </a:xfrm>
          <a:prstGeom prst="rect">
            <a:avLst/>
          </a:prstGeom>
          <a:solidFill>
            <a:srgbClr val="243556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2968A8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Rzad B ma: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Odslepiony token + kod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(bez tozsamosci)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1600" y="3383280"/>
            <a:ext cx="6400800" cy="1371600"/>
          </a:xfrm>
          <a:prstGeom prst="rect">
            <a:avLst/>
          </a:prstGeom>
          <a:solidFill>
            <a:srgbClr val="2E7D3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554480" y="3474720"/>
            <a:ext cx="6035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Zaslepiony token  =/=  Odslepiony token
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jest sedno slepego podpisu! Nawet majac OBA dzienniki,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DA SIE powiazac wpisow Rzadu A z wpisami Rzadu B.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Proof of Concept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Dzialajacy kod + interaktywny mockup aplikacji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6576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365760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71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kryptograficzny (Python)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Slepe podpisy RSA (Chaum 1983)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Nieswiadoma Funkcja PRF (OPRF)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Generowanie liczb pierwszych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Pelna symulacja 3 podmiotow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dorosly, nieletni, ponowne uzycie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zewnetrznych bibliotek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6576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371600"/>
            <a:ext cx="3657600" cy="502920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71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 aplikacji (HTML)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Wyglad jak mObywatel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Generowanie kodow z timerem 5 min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krokow kryptografii z analogiami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Okno strony 18+ do weryfikacji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Jednorazowe spalanie kodow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Pelna interakcja w przegladarce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Podsumowanie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  <a:gridCol w="1737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Warstwa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gwarantuje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1E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Separacja prawna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892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Wymiana danych = przestepstwo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Prawna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Slepe podpisy RSA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892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 da sie powiazac tokenow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968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Matematyczna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OPRF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892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Serwer nie widzi danych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968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Matematyczna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Enklawy TEE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892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Kod robi to co deklaruje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Sprzetowa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892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Brak ukrytych backdoorow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892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Spoleczna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3749040"/>
            <a:ext cx="7680960" cy="1005840"/>
          </a:xfrm>
          <a:prstGeom prst="rect">
            <a:avLst/>
          </a:prstGeom>
          <a:solidFill>
            <a:srgbClr val="2E7D3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37947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Zeby deanonimizowac uzytkownika, trzeba jednoczesnie: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zlamac matematyke OPRF + zhackowac enklawe sprzetowa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obejsc audyt open-source + zlamac prawo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Dziekujemy!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zrodlowy + interaktywne demo: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828800" y="2926080"/>
            <a:ext cx="5486400" cy="54864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828800" y="2926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C41E3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github.com/Inner-Savages/BKIHack2026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BKI Hackathon 2026  |  Inner Savages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Anonimowa Weryfikacja Wieku</dc:title>
  <dc:subject>PptxGenJS Presentation</dc:subject>
  <dc:creator>Inner Savages</dc:creator>
  <cp:lastModifiedBy>Inner Savages</cp:lastModifiedBy>
  <cp:revision>1</cp:revision>
  <dcterms:created xsi:type="dcterms:W3CDTF">2026-03-27T21:11:55Z</dcterms:created>
  <dcterms:modified xsi:type="dcterms:W3CDTF">2026-03-27T21:11:55Z</dcterms:modified>
</cp:coreProperties>
</file>